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4434840"/>
            <a:ext cx="20116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77240" y="2331720"/>
            <a:ext cx="9875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3200400"/>
            <a:ext cx="8778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77240" y="1325880"/>
            <a:ext cx="10652760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text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965960"/>
            <a:ext cx="15544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822960" y="2148840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68680" y="2926080"/>
            <a:ext cx="8686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section context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325880"/>
            <a:ext cx="5166360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09360" y="1325880"/>
            <a:ext cx="5166360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text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143000"/>
            <a:ext cx="5166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heading</a:t>
            </a:r>
            <a:endParaRPr lang="en-US" sz="1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09360" y="1143000"/>
            <a:ext cx="5166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heading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1691640"/>
            <a:ext cx="516636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text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309360" y="1691640"/>
            <a:ext cx="516636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text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94360" y="987552"/>
            <a:ext cx="11018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 to add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731520" y="1188720"/>
            <a:ext cx="7452360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458200" y="1188720"/>
            <a:ext cx="2971800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add caption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Rat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LabRat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LabRat manuscript figure slide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LabRat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LabRat default PowerPoint template</dc:title>
  <dc:subject>LabRat default PowerPoint export template</dc:subject>
  <dc:creator>LabRat</dc:creator>
  <cp:lastModifiedBy>LabRat</cp:lastModifiedBy>
  <cp:revision>1</cp:revision>
  <dcterms:created xsi:type="dcterms:W3CDTF">2026-06-09T03:33:51Z</dcterms:created>
  <dcterms:modified xsi:type="dcterms:W3CDTF">2026-06-09T03:33:51Z</dcterms:modified>
</cp:coreProperties>
</file>